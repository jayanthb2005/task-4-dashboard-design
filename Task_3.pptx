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8" autoAdjust="0"/>
    <p:restoredTop sz="94660"/>
  </p:normalViewPr>
  <p:slideViewPr>
    <p:cSldViewPr snapToGrid="0">
      <p:cViewPr varScale="1">
        <p:scale>
          <a:sx n="45" d="100"/>
          <a:sy n="45" d="100"/>
        </p:scale>
        <p:origin x="53" y="5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1909F-173E-ADE1-B146-CB1E9EF63A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9978C9-947D-6EDF-3DC2-C36D0BAC1B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1913B3-1556-9EEC-7717-57176CD50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B3116-12A3-4482-8062-B2014B2C12A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5A735-E1C4-34D9-AAC2-63F6D427E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C77D41-5C24-6F00-7BC2-CBEA7EE5D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B0DDA-9BEB-4496-871D-7D23A90D3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630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A5FC6-69E4-44FC-7591-A41DBAE78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AE619-0689-687A-3646-5CF4CC7FC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C37C2-17D9-AEF5-E8F7-2EA55FFBA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B3116-12A3-4482-8062-B2014B2C12A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FF248-20C4-CEF1-8C07-6B97EFBDA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0E34B0-7811-F0A3-9CA4-AB149A47A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B0DDA-9BEB-4496-871D-7D23A90D3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940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8D4BA-E27B-A059-9AE8-448B87042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C3AFF6-A42A-AFC4-93CE-487F2B772C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B325A5-89DD-7D17-362F-3A2D313C5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B3116-12A3-4482-8062-B2014B2C12A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C172A5-EE2C-F063-C34A-64C5DEF5B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92F00-5ADD-A26B-6FCD-D5B115EBF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B0DDA-9BEB-4496-871D-7D23A90D3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977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CD307-9669-DEF9-8AB8-4F0698B5E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274C4-8033-082C-7EAF-9E1424A73C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7C1DE-3A34-A636-9773-9D913A3B22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F4FE32-BB6B-A043-0B59-D9DECFA71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B3116-12A3-4482-8062-B2014B2C12A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F18894-86F1-8C26-7C6A-CD8ECCB7B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9C1A30-27A2-E8AD-E1B8-1A476069C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B0DDA-9BEB-4496-871D-7D23A90D3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069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BC687-D118-B43D-5C13-506D7FC7B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35E16-C43E-1A49-5647-82C093DFB6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4ED487-F5E4-826C-0CA7-95ECB48FD2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29C4CA-D537-B761-83D2-90E7FF174D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CE49B7-1B24-D9AD-8E94-9EDC02AD7F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929B9E-594C-ABF0-D70C-5D2497776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B3116-12A3-4482-8062-B2014B2C12A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E644FC-1F25-03E2-1AAB-71DB422B4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A5E3EC-3F44-0813-E0EA-37FC4E2D5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B0DDA-9BEB-4496-871D-7D23A90D3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713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BF0EA-6178-1E9A-1A4E-02F5F54C3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941EE5-1935-49FF-03EC-37201BF27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B3116-12A3-4482-8062-B2014B2C12A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592755-4DC0-D4C7-3F4E-9EC8A614E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82D34D-8B01-C1D1-04B7-C87FE1EF4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B0DDA-9BEB-4496-871D-7D23A90D3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499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B4BC3F-16CA-3624-4878-00DD968EC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B3116-12A3-4482-8062-B2014B2C12A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7A45CB-464F-5B69-91C4-85C8E64EC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D71A51-4DC1-3740-6B56-B08F23F30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B0DDA-9BEB-4496-871D-7D23A90D3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051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30F97-BCAA-042B-ED09-D41DBFF27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91864-7C87-4033-B27B-7A21FE42A2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E6181A-C63D-0301-AEF9-3575908FE3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664004-5143-B464-AADE-CE94619E6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B3116-12A3-4482-8062-B2014B2C12A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5A27FF-E8FB-5E58-4131-34677DDB1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F5BEF1-6719-2EB1-DB28-057A2C500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B0DDA-9BEB-4496-871D-7D23A90D3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172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B58C8-01DC-B828-CB01-A7A22A74D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DB7787-FDD4-E4D1-F182-564BBB4E45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C7DEE1-C139-3433-7940-5A6ECA0E8F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8C9BC9-C7AA-2D2C-4223-D11D35348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B3116-12A3-4482-8062-B2014B2C12A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8CCF6B-1CA4-026D-9075-2FD6B2E71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7EC6AC-690D-DDCB-C57B-666923C69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B0DDA-9BEB-4496-871D-7D23A90D3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050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8B338-0B54-790F-D368-3CDCC79ED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A83B8B-42B7-CC3D-C1CB-6A1EC229DD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2E0EC-A10E-DA1B-2418-ADA68E6E9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B3116-12A3-4482-8062-B2014B2C12A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D68A92-75FF-0820-8D5A-0C05C910E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3A1163-4542-FC9F-612E-8BF647EEE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B0DDA-9BEB-4496-871D-7D23A90D3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181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0FFB11-232F-33F9-7A57-560FDD8BAE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4C442F-DF61-2BF5-A584-0A22EE969B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4C8540-02B4-D257-3606-CBA081214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B3116-12A3-4482-8062-B2014B2C12A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A46540-51B3-94A2-866C-1EC936027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A4FCD5-7052-A779-47F9-6DD2C53AB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B0DDA-9BEB-4496-871D-7D23A90D3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951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C1491F-6C85-F982-2BE3-3BFA4D867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F0515F-1D81-A170-74A4-89B6A00952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3CD87-5338-1A38-FCB9-89136E39FE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9B3116-12A3-4482-8062-B2014B2C12A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7226BF-ACAE-369A-75FD-8F18D91D5A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D369A-B24F-EB9D-6930-232E0405E3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2B0DDA-9BEB-4496-871D-7D23A90D3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467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F52B4-38E3-00AE-4C6A-C13BCB2B64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5333" y="0"/>
            <a:ext cx="9753600" cy="6857999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/>
              <a:t>Title:</a:t>
            </a:r>
            <a:br>
              <a:rPr lang="en-US" dirty="0"/>
            </a:br>
            <a:r>
              <a:rPr lang="en-US" dirty="0"/>
              <a:t>Sales Performance Dashboard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Subtitle:</a:t>
            </a:r>
            <a:br>
              <a:rPr lang="en-US" dirty="0"/>
            </a:br>
            <a:r>
              <a:rPr lang="en-US" dirty="0"/>
              <a:t>Data Analyst Internship – Task4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Prepared By:</a:t>
            </a:r>
            <a:br>
              <a:rPr lang="en-US" dirty="0"/>
            </a:br>
            <a:r>
              <a:rPr lang="en-US" dirty="0"/>
              <a:t>Jayanth B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2EBA52-7D1B-8621-3D90-91062FFCE2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V="1">
            <a:off x="1524000" y="9872132"/>
            <a:ext cx="9144000" cy="270935"/>
          </a:xfrm>
        </p:spPr>
        <p:txBody>
          <a:bodyPr>
            <a:normAutofit fontScale="62500" lnSpcReduction="20000"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949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D900A-7AD9-824B-F0BE-ED2F80904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Objective: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7D05B-BD04-BC6A-094E-ABDD38AD2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5851"/>
            <a:ext cx="10515600" cy="176314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• Design an interactive dashboard for business stakeholders</a:t>
            </a:r>
            <a:br>
              <a:rPr lang="en-US" dirty="0"/>
            </a:br>
            <a:r>
              <a:rPr lang="en-US" dirty="0"/>
              <a:t>• Analyze Sales, Profit, and Growth trends</a:t>
            </a:r>
            <a:br>
              <a:rPr lang="en-US" dirty="0"/>
            </a:br>
            <a:r>
              <a:rPr lang="en-US" dirty="0"/>
              <a:t>• Provide insights using KPIs and visual analytics</a:t>
            </a:r>
          </a:p>
        </p:txBody>
      </p:sp>
    </p:spTree>
    <p:extLst>
      <p:ext uri="{BB962C8B-B14F-4D97-AF65-F5344CB8AC3E}">
        <p14:creationId xmlns:p14="http://schemas.microsoft.com/office/powerpoint/2010/main" val="248849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7A517-CF6F-7B18-235E-CDD5C8FDE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371600"/>
          </a:xfrm>
        </p:spPr>
        <p:txBody>
          <a:bodyPr>
            <a:normAutofit/>
          </a:bodyPr>
          <a:lstStyle/>
          <a:p>
            <a:r>
              <a:rPr lang="en-US" b="1" dirty="0"/>
              <a:t>Tools &amp;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04F37-7D20-7BEF-26A2-7B102CD677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8401"/>
            <a:ext cx="10515600" cy="5222568"/>
          </a:xfrm>
        </p:spPr>
        <p:txBody>
          <a:bodyPr>
            <a:normAutofit/>
          </a:bodyPr>
          <a:lstStyle/>
          <a:p>
            <a:r>
              <a:rPr lang="en-US" b="1" dirty="0"/>
              <a:t>Tools Used:</a:t>
            </a:r>
            <a:br>
              <a:rPr lang="en-US" dirty="0"/>
            </a:br>
            <a:r>
              <a:rPr lang="en-US" dirty="0"/>
              <a:t>• Power BI</a:t>
            </a:r>
            <a:br>
              <a:rPr lang="en-US" dirty="0"/>
            </a:br>
            <a:r>
              <a:rPr lang="en-US" dirty="0"/>
              <a:t>• Kaggle Sales Dataset</a:t>
            </a:r>
          </a:p>
          <a:p>
            <a:r>
              <a:rPr lang="en-US" b="1" dirty="0"/>
              <a:t>Dataset Includes:</a:t>
            </a:r>
            <a:br>
              <a:rPr lang="en-US" dirty="0"/>
            </a:br>
            <a:r>
              <a:rPr lang="en-US" dirty="0"/>
              <a:t>• Revenue</a:t>
            </a:r>
            <a:br>
              <a:rPr lang="en-US" dirty="0"/>
            </a:br>
            <a:r>
              <a:rPr lang="en-US" dirty="0"/>
              <a:t>• Profit</a:t>
            </a:r>
            <a:br>
              <a:rPr lang="en-US" dirty="0"/>
            </a:br>
            <a:r>
              <a:rPr lang="en-US" dirty="0"/>
              <a:t>• Orders</a:t>
            </a:r>
            <a:br>
              <a:rPr lang="en-US" dirty="0"/>
            </a:br>
            <a:r>
              <a:rPr lang="en-US" dirty="0"/>
              <a:t>• Product Category</a:t>
            </a:r>
            <a:br>
              <a:rPr lang="en-US" dirty="0"/>
            </a:br>
            <a:r>
              <a:rPr lang="en-US" dirty="0"/>
              <a:t>• Country</a:t>
            </a:r>
            <a:br>
              <a:rPr lang="en-US" dirty="0"/>
            </a:br>
            <a:r>
              <a:rPr lang="en-US" dirty="0"/>
              <a:t>• Date (Year/Month)</a:t>
            </a:r>
            <a:br>
              <a:rPr lang="en-US" dirty="0"/>
            </a:br>
            <a:r>
              <a:rPr lang="en-US" dirty="0"/>
              <a:t>• Customer Demographics</a:t>
            </a:r>
          </a:p>
        </p:txBody>
      </p:sp>
    </p:spTree>
    <p:extLst>
      <p:ext uri="{BB962C8B-B14F-4D97-AF65-F5344CB8AC3E}">
        <p14:creationId xmlns:p14="http://schemas.microsoft.com/office/powerpoint/2010/main" val="418800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232BD-DB7E-BD8A-46F1-D5E3FFB79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857999"/>
          </a:xfrm>
        </p:spPr>
        <p:txBody>
          <a:bodyPr>
            <a:normAutofit/>
          </a:bodyPr>
          <a:lstStyle/>
          <a:p>
            <a:r>
              <a:rPr lang="en-US" b="1" dirty="0"/>
              <a:t>Dashboard Overview</a:t>
            </a:r>
            <a:br>
              <a:rPr lang="en-US" sz="2800" b="1" dirty="0"/>
            </a:b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• KPI Cards (Revenue, Orders, Profit, Profit Margin)</a:t>
            </a:r>
            <a:br>
              <a:rPr lang="en-US" sz="2800" dirty="0"/>
            </a:br>
            <a:r>
              <a:rPr lang="en-US" sz="2800" dirty="0"/>
              <a:t>• Revenue Trend Over Time</a:t>
            </a:r>
            <a:br>
              <a:rPr lang="en-US" sz="2800" dirty="0"/>
            </a:br>
            <a:r>
              <a:rPr lang="en-US" sz="2800" dirty="0"/>
              <a:t>• Profit Margin Trend</a:t>
            </a:r>
            <a:br>
              <a:rPr lang="en-US" sz="2800" dirty="0"/>
            </a:br>
            <a:r>
              <a:rPr lang="en-US" sz="2800" dirty="0"/>
              <a:t>• Revenue by Category</a:t>
            </a:r>
            <a:br>
              <a:rPr lang="en-US" sz="2800" dirty="0"/>
            </a:br>
            <a:r>
              <a:rPr lang="en-US" sz="2800" dirty="0"/>
              <a:t>• Revenue by Country</a:t>
            </a:r>
            <a:br>
              <a:rPr lang="en-US" sz="2800" dirty="0"/>
            </a:br>
            <a:r>
              <a:rPr lang="en-US" sz="2800" dirty="0"/>
              <a:t>• Interactive Slicers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DA4CAFA-B0FD-E6D8-D60F-5414BA494D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43874" y="778933"/>
            <a:ext cx="5712519" cy="3227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950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C96A3-2AB4-CBEC-6BE5-EDCEFDF3E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Insights: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325E4A8-DA03-0824-1EE0-6D613C59CF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5312" y="1613118"/>
            <a:ext cx="10263188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/>
              <a:t>• Bikes category generates the highest revenue and profit</a:t>
            </a:r>
            <a:br>
              <a:rPr lang="en-US" dirty="0"/>
            </a:br>
            <a:r>
              <a:rPr lang="en-US" dirty="0"/>
              <a:t>• United States contributes the highest overall revenue</a:t>
            </a:r>
            <a:br>
              <a:rPr lang="en-US" dirty="0"/>
            </a:br>
            <a:r>
              <a:rPr lang="en-US" dirty="0"/>
              <a:t>• Average profit margin remains around 30–35%</a:t>
            </a:r>
            <a:br>
              <a:rPr lang="en-US" dirty="0"/>
            </a:br>
            <a:r>
              <a:rPr lang="en-US" dirty="0"/>
              <a:t>• Revenue shows noticeable seasonal variation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1641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D5364-9B54-AB67-3F72-40122D32F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Business Recommendations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70C2142-EFC4-C95D-7B7F-1D671A1CDC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5312" y="1613118"/>
            <a:ext cx="10161693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 marketing efforts on high-performing categories (Bikes)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profitability in lower-margin segments (Clothing)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Expand in high-revenue countries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 seasonal trends for demand forecasting</a:t>
            </a:r>
          </a:p>
        </p:txBody>
      </p:sp>
    </p:spTree>
    <p:extLst>
      <p:ext uri="{BB962C8B-B14F-4D97-AF65-F5344CB8AC3E}">
        <p14:creationId xmlns:p14="http://schemas.microsoft.com/office/powerpoint/2010/main" val="330631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040F0-32F1-9E93-CF71-5E7A7266C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3B753EC-3848-7DEA-D8C1-F66864E02A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1507440"/>
            <a:ext cx="10120313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Successfully built an interactive dashboard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Applied time-series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KPIs for performance tracking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Enabled business-driven decision making</a:t>
            </a:r>
          </a:p>
        </p:txBody>
      </p:sp>
    </p:spTree>
    <p:extLst>
      <p:ext uri="{BB962C8B-B14F-4D97-AF65-F5344CB8AC3E}">
        <p14:creationId xmlns:p14="http://schemas.microsoft.com/office/powerpoint/2010/main" val="22407507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235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Title: Sales Performance Dashboard  Subtitle: Data Analyst Internship – Task4  Prepared By: Jayanth B </vt:lpstr>
      <vt:lpstr>Objective:</vt:lpstr>
      <vt:lpstr>Tools &amp; Dataset</vt:lpstr>
      <vt:lpstr>Dashboard Overview           • KPI Cards (Revenue, Orders, Profit, Profit Margin) • Revenue Trend Over Time • Profit Margin Trend • Revenue by Category • Revenue by Country • Interactive Slicers</vt:lpstr>
      <vt:lpstr>Key Insights:</vt:lpstr>
      <vt:lpstr>Business 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Jayanth B</dc:creator>
  <cp:lastModifiedBy>Jayanth B</cp:lastModifiedBy>
  <cp:revision>2</cp:revision>
  <dcterms:created xsi:type="dcterms:W3CDTF">2026-02-17T17:14:32Z</dcterms:created>
  <dcterms:modified xsi:type="dcterms:W3CDTF">2026-02-17T17:55:20Z</dcterms:modified>
</cp:coreProperties>
</file>